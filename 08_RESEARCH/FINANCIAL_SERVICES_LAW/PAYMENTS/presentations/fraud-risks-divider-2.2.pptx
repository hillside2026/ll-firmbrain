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3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27432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0" b="1" i="0">
                <a:solidFill>
                  <a:srgbClr val="CCDBEA"/>
                </a:solidFill>
                <a:latin typeface="Montserrat"/>
              </a:rPr>
              <a:t>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911535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4200" b="1" i="0">
                <a:solidFill>
                  <a:srgbClr val="1D4771"/>
                </a:solidFill>
                <a:latin typeface="Georgia"/>
              </a:rPr>
              <a:t>Fraud Risks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